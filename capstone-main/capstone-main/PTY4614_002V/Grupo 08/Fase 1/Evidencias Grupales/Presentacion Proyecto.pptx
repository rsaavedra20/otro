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4t70HACpbpMamqbqX/Tr9qaJh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Play-regular.fntdata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e8ff8229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7e8ff8229a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52" name="Google Shape;5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to montaje de un perro y un gato" id="97" name="Google Shape;97;p1"/>
          <p:cNvPicPr preferRelativeResize="0"/>
          <p:nvPr/>
        </p:nvPicPr>
        <p:blipFill rotWithShape="1">
          <a:blip r:embed="rId3">
            <a:alphaModFix amt="50000"/>
          </a:blip>
          <a:srcRect b="0" l="0" r="0" t="4255"/>
          <a:stretch/>
        </p:blipFill>
        <p:spPr>
          <a:xfrm>
            <a:off x="20" y="1"/>
            <a:ext cx="1219198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"/>
          <p:cNvSpPr txBox="1"/>
          <p:nvPr>
            <p:ph type="ctrTitle"/>
          </p:nvPr>
        </p:nvSpPr>
        <p:spPr>
          <a:xfrm>
            <a:off x="1524000" y="1122362"/>
            <a:ext cx="9144000" cy="29005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lay"/>
              <a:buNone/>
            </a:pPr>
            <a:r>
              <a:rPr lang="es-CL">
                <a:solidFill>
                  <a:srgbClr val="FFFFFF"/>
                </a:solidFill>
              </a:rPr>
              <a:t>“Artículos para mascota”</a:t>
            </a:r>
            <a:endParaRPr/>
          </a:p>
        </p:txBody>
      </p:sp>
      <p:sp>
        <p:nvSpPr>
          <p:cNvPr id="99" name="Google Shape;99;p1"/>
          <p:cNvSpPr txBox="1"/>
          <p:nvPr>
            <p:ph idx="1" type="subTitle"/>
          </p:nvPr>
        </p:nvSpPr>
        <p:spPr>
          <a:xfrm>
            <a:off x="6096000" y="4159404"/>
            <a:ext cx="4572000" cy="1576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es-CL">
                <a:solidFill>
                  <a:srgbClr val="FFFFFF"/>
                </a:solidFill>
              </a:rPr>
              <a:t>Integrantes: Rodrigo Saavedra	Victor Barra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 flipH="1" rot="3967198">
            <a:off x="8631348" y="490493"/>
            <a:ext cx="2987899" cy="2987899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>
            <p:ph type="title"/>
          </p:nvPr>
        </p:nvSpPr>
        <p:spPr>
          <a:xfrm>
            <a:off x="5894962" y="479493"/>
            <a:ext cx="545883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CL"/>
              <a:t>Índice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 flipH="1">
            <a:off x="0" y="5486400"/>
            <a:ext cx="2672863" cy="1371600"/>
          </a:xfrm>
          <a:custGeom>
            <a:rect b="b" l="l" r="r" t="t"/>
            <a:pathLst>
              <a:path extrusionOk="0" h="1371600" w="2672863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bujo en blanco y negro&#10;&#10;El contenido generado por IA puede ser incorrecto."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182" y="955437"/>
            <a:ext cx="4777381" cy="4777381"/>
          </a:xfrm>
          <a:custGeom>
            <a:rect b="b" l="l" r="r" t="t"/>
            <a:pathLst>
              <a:path extrusionOk="0" h="5643794" w="4777381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idx="1" type="body"/>
          </p:nvPr>
        </p:nvSpPr>
        <p:spPr>
          <a:xfrm>
            <a:off x="5894962" y="1984443"/>
            <a:ext cx="5458838" cy="419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/>
              <a:t>Problemática del Proyecto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/>
              <a:t>Objetivo general del proyecto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/>
              <a:t>Objetivo </a:t>
            </a:r>
            <a:r>
              <a:rPr lang="es-CL"/>
              <a:t>específico</a:t>
            </a:r>
            <a:r>
              <a:rPr lang="es-CL"/>
              <a:t> del proyecto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/>
              <a:t>Metodología a utilizar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/>
              <a:t>Solución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/>
              <a:t>Carta Gantt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/>
              <a:t>Conclusiones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 bulldog marrón en la calle" id="115" name="Google Shape;115;p3"/>
          <p:cNvPicPr preferRelativeResize="0"/>
          <p:nvPr/>
        </p:nvPicPr>
        <p:blipFill rotWithShape="1">
          <a:blip r:embed="rId3">
            <a:alphaModFix/>
          </a:blip>
          <a:srcRect b="-2" l="36885" r="10456" t="0"/>
          <a:stretch/>
        </p:blipFill>
        <p:spPr>
          <a:xfrm>
            <a:off x="-1" y="-2"/>
            <a:ext cx="5410198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5410197" y="-1"/>
            <a:ext cx="6781802" cy="228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55600" sx="95000" rotWithShape="0" algn="t" dist="152400" sy="95000">
              <a:srgbClr val="000000">
                <a:alpha val="2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>
            <p:ph type="title"/>
          </p:nvPr>
        </p:nvSpPr>
        <p:spPr>
          <a:xfrm>
            <a:off x="6115317" y="405685"/>
            <a:ext cx="5464968" cy="1559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s-CL" sz="4000"/>
              <a:t>Problemática del proyecto</a:t>
            </a:r>
            <a:endParaRPr/>
          </a:p>
        </p:txBody>
      </p:sp>
      <p:sp>
        <p:nvSpPr>
          <p:cNvPr id="118" name="Google Shape;118;p3"/>
          <p:cNvSpPr txBox="1"/>
          <p:nvPr>
            <p:ph idx="1" type="body"/>
          </p:nvPr>
        </p:nvSpPr>
        <p:spPr>
          <a:xfrm>
            <a:off x="6115317" y="2743200"/>
            <a:ext cx="5247340" cy="34968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CL" sz="2000"/>
              <a:t>Una tienda de productos para mascotas que se ubica en la región metropolitana comenzó a aumentar la cantidad de clientes que tenia, por ende aumento la cantidad de productos y ventas, por lo que ahora se ven en la necesidad de un sistema que les ayude a gestionar los productos que poseen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" y="0"/>
            <a:ext cx="4167271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lang="es-CL">
                <a:solidFill>
                  <a:srgbClr val="FFFFFF"/>
                </a:solidFill>
              </a:rPr>
              <a:t>solución</a:t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>
            <p:ph idx="1" type="body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/>
              <a:t>La solución propuesta a esta problemática es una plataforma web en la que se verá el stock actual del producto, su valor y su descripción el cual servirá también para hacer venta de los productos y llevar su registro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>
            <p:ph type="title"/>
          </p:nvPr>
        </p:nvSpPr>
        <p:spPr>
          <a:xfrm>
            <a:off x="1171074" y="1396686"/>
            <a:ext cx="3240506" cy="4064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lang="es-CL">
                <a:solidFill>
                  <a:srgbClr val="FFFFFF"/>
                </a:solidFill>
              </a:rPr>
              <a:t>Objetivo general del proyecto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 rot="-1790889">
            <a:off x="8683720" y="941148"/>
            <a:ext cx="2987899" cy="2987899"/>
          </a:xfrm>
          <a:prstGeom prst="arc">
            <a:avLst>
              <a:gd fmla="val 15817365" name="adj1"/>
              <a:gd fmla="val 178138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>
            <p:ph idx="1" type="body"/>
          </p:nvPr>
        </p:nvSpPr>
        <p:spPr>
          <a:xfrm>
            <a:off x="5370153" y="1526033"/>
            <a:ext cx="5536397" cy="3935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/>
              <a:t>El objetivo general es mejorar la gestión de los productos almacenados, registrar las ventas y aumentar el alcance de la tienda en términos de clientes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 txBox="1"/>
          <p:nvPr>
            <p:ph type="title"/>
          </p:nvPr>
        </p:nvSpPr>
        <p:spPr>
          <a:xfrm>
            <a:off x="838200" y="459863"/>
            <a:ext cx="10515600" cy="1004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lang="es-CL">
                <a:solidFill>
                  <a:srgbClr val="FFFFFF"/>
                </a:solidFill>
              </a:rPr>
              <a:t>Objetivos específicos</a:t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579496" y="1587970"/>
            <a:ext cx="11033008" cy="4768380"/>
          </a:xfrm>
          <a:prstGeom prst="roundRect">
            <a:avLst>
              <a:gd fmla="val 3174" name="adj"/>
            </a:avLst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" name="Google Shape;145;p6"/>
          <p:cNvGrpSpPr/>
          <p:nvPr/>
        </p:nvGrpSpPr>
        <p:grpSpPr>
          <a:xfrm>
            <a:off x="1256171" y="2788108"/>
            <a:ext cx="9679657" cy="2376943"/>
            <a:chOff x="417971" y="987197"/>
            <a:chExt cx="9679657" cy="2376943"/>
          </a:xfrm>
        </p:grpSpPr>
        <p:sp>
          <p:nvSpPr>
            <p:cNvPr id="146" name="Google Shape;146;p6"/>
            <p:cNvSpPr/>
            <p:nvPr/>
          </p:nvSpPr>
          <p:spPr>
            <a:xfrm>
              <a:off x="1212569" y="987197"/>
              <a:ext cx="1300252" cy="130025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417971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6"/>
            <p:cNvSpPr txBox="1"/>
            <p:nvPr/>
          </p:nvSpPr>
          <p:spPr>
            <a:xfrm>
              <a:off x="417971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s-CL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Crear sistema de inventario que permita gestionar los productos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4607673" y="987197"/>
              <a:ext cx="1300252" cy="130025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3813075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6"/>
            <p:cNvSpPr txBox="1"/>
            <p:nvPr/>
          </p:nvSpPr>
          <p:spPr>
            <a:xfrm>
              <a:off x="3813075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s-CL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Crear sistema de ventas para ayudar a llevar registro de ellas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8002777" y="987197"/>
              <a:ext cx="1300252" cy="130025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7208178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6"/>
            <p:cNvSpPr txBox="1"/>
            <p:nvPr/>
          </p:nvSpPr>
          <p:spPr>
            <a:xfrm>
              <a:off x="7208178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s-CL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Crear una base de datos para almacenar la información requerida por el sistema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>
            <p:ph type="title"/>
          </p:nvPr>
        </p:nvSpPr>
        <p:spPr>
          <a:xfrm>
            <a:off x="660375" y="259150"/>
            <a:ext cx="3932100" cy="114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s-CL"/>
              <a:t>Metodología</a:t>
            </a:r>
            <a:endParaRPr/>
          </a:p>
        </p:txBody>
      </p:sp>
      <p:sp>
        <p:nvSpPr>
          <p:cNvPr id="160" name="Google Shape;160;p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s-CL"/>
              <a:t>Como grupo hemos decidido utilizar la metodología ágil ya que nos permite modificar el producto durante su desarrollo ya sea eliminar, agregar o cambiar elementos del programa a conveniencia del cliente</a:t>
            </a:r>
            <a:endParaRPr/>
          </a:p>
        </p:txBody>
      </p:sp>
      <p:pic>
        <p:nvPicPr>
          <p:cNvPr id="161" name="Google Shape;1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00" y="1862663"/>
            <a:ext cx="5115650" cy="295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CL"/>
              <a:t>Tecnologías</a:t>
            </a:r>
            <a:r>
              <a:rPr lang="es-CL"/>
              <a:t> a utilizar</a:t>
            </a:r>
            <a:endParaRPr/>
          </a:p>
        </p:txBody>
      </p:sp>
      <p:sp>
        <p:nvSpPr>
          <p:cNvPr id="167" name="Google Shape;167;p8"/>
          <p:cNvSpPr txBox="1"/>
          <p:nvPr>
            <p:ph idx="1" type="body"/>
          </p:nvPr>
        </p:nvSpPr>
        <p:spPr>
          <a:xfrm>
            <a:off x="838200" y="1825625"/>
            <a:ext cx="362344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/>
              <a:t>Front end: utilizaremos framework ionic y angular para que funcione de manera </a:t>
            </a:r>
            <a:r>
              <a:rPr lang="es-CL"/>
              <a:t>óptima</a:t>
            </a:r>
            <a:r>
              <a:rPr lang="es-CL"/>
              <a:t> en teléfonos y ordenadores</a:t>
            </a:r>
            <a:endParaRPr/>
          </a:p>
        </p:txBody>
      </p:sp>
      <p:sp>
        <p:nvSpPr>
          <p:cNvPr id="168" name="Google Shape;168;p8"/>
          <p:cNvSpPr txBox="1"/>
          <p:nvPr>
            <p:ph idx="2" type="body"/>
          </p:nvPr>
        </p:nvSpPr>
        <p:spPr>
          <a:xfrm>
            <a:off x="4461641" y="1825625"/>
            <a:ext cx="400444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/>
              <a:t>Back end: el encargado de este apartado será node.js </a:t>
            </a: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8466083" y="1825625"/>
            <a:ext cx="340798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s-C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de datos: para almacenar la información usaremos un BDD  SQL Oracle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e8ff8229a_0_13"/>
          <p:cNvSpPr/>
          <p:nvPr/>
        </p:nvSpPr>
        <p:spPr>
          <a:xfrm>
            <a:off x="3048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7e8ff8229a_0_13"/>
          <p:cNvSpPr/>
          <p:nvPr/>
        </p:nvSpPr>
        <p:spPr>
          <a:xfrm>
            <a:off x="1" y="0"/>
            <a:ext cx="4167271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7e8ff8229a_0_13"/>
          <p:cNvSpPr txBox="1"/>
          <p:nvPr>
            <p:ph type="title"/>
          </p:nvPr>
        </p:nvSpPr>
        <p:spPr>
          <a:xfrm>
            <a:off x="686825" y="1153575"/>
            <a:ext cx="3350100" cy="44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lang="es-CL">
                <a:solidFill>
                  <a:srgbClr val="FFFFFF"/>
                </a:solidFill>
              </a:rPr>
              <a:t>planificacion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lang="es-CL">
                <a:solidFill>
                  <a:srgbClr val="FFFFFF"/>
                </a:solidFill>
              </a:rPr>
              <a:t>(carta gantt)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7" name="Google Shape;177;g37e8ff8229a_0_13"/>
          <p:cNvSpPr/>
          <p:nvPr/>
        </p:nvSpPr>
        <p:spPr>
          <a:xfrm flipH="1" rot="10800000">
            <a:off x="7550402" y="2455612"/>
            <a:ext cx="4083300" cy="4083300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g37e8ff8229a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0991" y="1302300"/>
            <a:ext cx="7275510" cy="408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2025-09-12T00:25:37Z</dcterms:created>
  <dc:creator>Rodrigo Andre Saavedra Perez</dc:creator>
</cp:coreProperties>
</file>